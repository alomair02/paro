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 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>
  <p:sldMasterIdLst>
    <p:sldMasterId id="2147483648" r:id="rId1"/>
  </p:sldMasterIdLst>
  <p:sldIdLst>
    <p:sldId id="256" r:id="rId2"/>
    <p:sldId id="257" r:id="rId3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/>
</file>

<file path=ppt/tableStyles.xml><?xml version="1.0" encoding="utf-8"?>
<a:tblStyleLst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 />
  <Relationship Id="rId2" Type="http://schemas.openxmlformats.org/officeDocument/2006/relationships/slide" Target="slides/slide1.xml" />
  <Relationship Id="rId3" Type="http://schemas.openxmlformats.org/officeDocument/2006/relationships/slide" Target="slides/slide2.xml" />
  <Relationship Id="rId4" Type="http://schemas.openxmlformats.org/officeDocument/2006/relationships/presProps" Target="presProps.xml" />
  <Relationship Id="rId5" Type="http://schemas.openxmlformats.org/officeDocument/2006/relationships/viewProps" Target="viewProps.xml" />
  <Relationship Id="rId6" Type="http://schemas.openxmlformats.org/officeDocument/2006/relationships/tableStyles" Target="tableStyles.xml" 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 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 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 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Slide Placeholder 0"/>
          <p:cNvSpPr>
            <a:spLocks noGrp="1"/>
          </p:cNvSpPr>
          <p:nvPr>
            <p:ph type="ctrTitle" idx="0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</a:p>
        </p:txBody>
      </p:sp>
      <p:sp>
        <p:nvSpPr>
          <p:cNvPr id="3" name="Title Slide Placeholder 1"/>
          <p:cNvSpPr>
            <a:spLocks noGrp="1"/>
          </p:cNvSpPr>
          <p:nvPr>
            <p:ph type="subTitle" idx="1"/>
          </p:nvPr>
        </p:nvSpPr>
        <p:spPr>
          <a:xfrm>
            <a:off x="1524000" y="3602182"/>
            <a:ext cx="9144000" cy="165553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and Content Placeholder 0"/>
          <p:cNvSpPr>
            <a:spLocks noGrp="1"/>
          </p:cNvSpPr>
          <p:nvPr>
            <p:ph type="title" idx="0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</a:p>
        </p:txBody>
      </p:sp>
      <p:sp>
        <p:nvSpPr>
          <p:cNvPr id="3" name="Title and Content Placeholder 1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 />
  <Relationship Id="rId2" Type="http://schemas.openxmlformats.org/officeDocument/2006/relationships/slideLayout" Target="../slideLayouts/slideLayout2.xml" />
  <Relationship Id="rId3" Type="http://schemas.openxmlformats.org/officeDocument/2006/relationships/slideLayout" Target="../slideLayouts/slideLayout3.xml" />
  <Relationship Id="rId4" Type="http://schemas.openxmlformats.org/officeDocument/2006/relationships/theme" Target="../theme/theme1.xml" 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ster Placeholder 0"/>
          <p:cNvSpPr>
            <a:spLocks noGrp="1"/>
          </p:cNvSpPr>
          <p:nvPr>
            <p:ph type="title" idx="0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</a:p>
        </p:txBody>
      </p:sp>
      <p:sp>
        <p:nvSpPr>
          <p:cNvPr id="3" name="Master Placeholder 1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marL="0" indent="0">
        <a:buNone/>
        <a:defRPr sz="4400">
          <a:solidFill>
            <a:schemeClr val="tx1"/>
          </a:solidFill>
          <a:latin typeface="+mj-lt"/>
          <a:ea typeface=""/>
          <a:cs typeface=""/>
        </a:defRPr>
      </a:lvl1pPr>
    </p:titleStyle>
    <p:bodyStyle>
      <a:lvl1pPr algn="l" marL="0" indent="0">
        <a:buNone/>
        <a:defRPr sz="3200">
          <a:solidFill>
            <a:schemeClr val="tx1"/>
          </a:solidFill>
          <a:latin typeface="+mn-lt"/>
          <a:ea typeface=""/>
          <a:cs typeface=""/>
        </a:defRPr>
      </a:lvl1pPr>
      <a:lvl2pPr algn="l" marL="457200" indent="0">
        <a:buNone/>
        <a:defRPr sz="3000">
          <a:solidFill>
            <a:schemeClr val="tx1"/>
          </a:solidFill>
          <a:latin typeface="+mn-lt"/>
          <a:ea typeface=""/>
          <a:cs typeface=""/>
        </a:defRPr>
      </a:lvl2pPr>
      <a:lvl3pPr algn="l" marL="914400" indent="0">
        <a:buNone/>
        <a:defRPr sz="2800">
          <a:solidFill>
            <a:schemeClr val="tx1"/>
          </a:solidFill>
          <a:latin typeface="+mn-lt"/>
          <a:ea typeface=""/>
          <a:cs typeface=""/>
        </a:defRPr>
      </a:lvl3pPr>
      <a:lvl4pPr algn="l" marL="1371600" indent="0">
        <a:buNone/>
        <a:defRPr sz="2600">
          <a:solidFill>
            <a:schemeClr val="tx1"/>
          </a:solidFill>
          <a:latin typeface="+mn-lt"/>
          <a:ea typeface=""/>
          <a:cs typeface=""/>
        </a:defRPr>
      </a:lvl4pPr>
      <a:lvl5pPr algn="l" marL="1828800" indent="0">
        <a:buNone/>
        <a:defRPr sz="2400">
          <a:solidFill>
            <a:schemeClr val="tx1"/>
          </a:solidFill>
          <a:latin typeface="+mn-lt"/>
          <a:ea typeface=""/>
          <a:cs typeface=""/>
        </a:defRPr>
      </a:lvl5pPr>
      <a:lvl6pPr algn="l" marL="2286000" indent="0">
        <a:buNone/>
        <a:defRPr sz="2200">
          <a:solidFill>
            <a:schemeClr val="tx1"/>
          </a:solidFill>
          <a:latin typeface="+mn-lt"/>
          <a:ea typeface=""/>
          <a:cs typeface=""/>
        </a:defRPr>
      </a:lvl6pPr>
      <a:lvl7pPr algn="l" marL="2743200" indent="0">
        <a:buNone/>
        <a:defRPr sz="2000">
          <a:solidFill>
            <a:schemeClr val="tx1"/>
          </a:solidFill>
          <a:latin typeface="+mn-lt"/>
          <a:ea typeface=""/>
          <a:cs typeface=""/>
        </a:defRPr>
      </a:lvl7pPr>
      <a:lvl8pPr algn="l" marL="3200400" indent="0">
        <a:buNone/>
        <a:defRPr sz="1800">
          <a:solidFill>
            <a:schemeClr val="tx1"/>
          </a:solidFill>
          <a:latin typeface="+mn-lt"/>
          <a:ea typeface=""/>
          <a:cs typeface=""/>
        </a:defRPr>
      </a:lvl8pPr>
      <a:lvl9pPr algn="l" marL="3657600" indent="0">
        <a:buNone/>
        <a:defRPr sz="1800">
          <a:solidFill>
            <a:schemeClr val="tx1"/>
          </a:solidFill>
          <a:latin typeface="+mn-lt"/>
          <a:ea typeface=""/>
          <a:cs typeface=""/>
        </a:defRPr>
      </a:lvl9pPr>
    </p:bodyStyle>
    <p:otherStyle>
      <a:lvl1pPr algn="l" marL="0" indent="0">
        <a:buNone/>
        <a:defRPr sz="2400">
          <a:solidFill>
            <a:schemeClr val="tx1"/>
          </a:solidFill>
          <a:latin typeface="+mn-lt"/>
          <a:ea typeface=""/>
          <a:cs typeface="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 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 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idx="0" type="ctrTitle"/>
          </p:nvPr>
        </p:nvSpPr>
        <p:spPr/>
        <p:txBody>
          <a:bodyPr wrap="square" anchor="t"/>
          <a:lstStyle/>
          <a:p>
            <a:pPr/>
            <a:r>
              <a:rPr lang="en-US" dirty="0"/>
              <a:t>Quarterly Update</a:t>
            </a:r>
          </a:p>
        </p:txBody>
      </p:sp>
      <p:sp>
        <p:nvSpPr>
          <p:cNvPr id="3" name="Subtitle Placeholder"/>
          <p:cNvSpPr>
            <a:spLocks noGrp="1"/>
          </p:cNvSpPr>
          <p:nvPr>
            <p:ph idx="1" type="subTitle"/>
          </p:nvPr>
        </p:nvSpPr>
        <p:spPr/>
        <p:txBody>
          <a:bodyPr wrap="square" anchor="t"/>
          <a:lstStyle/>
          <a:p>
            <a:pPr/>
            <a:r>
              <a:rPr lang="en-US" dirty="0"/>
              <a:t>Generated by Paro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Title Placeholder"/>
          <p:cNvSpPr>
            <a:spLocks noGrp="1"/>
          </p:cNvSpPr>
          <p:nvPr>
            <p:ph idx="0" type="title"/>
          </p:nvPr>
        </p:nvSpPr>
        <p:spPr/>
        <p:txBody>
          <a:bodyPr wrap="square" anchor="t"/>
          <a:lstStyle/>
          <a:p>
            <a:pPr/>
            <a:r>
              <a:rPr lang="en-US" dirty="0"/>
              <a:t>Slide Layer</a:t>
            </a:r>
          </a:p>
        </p:txBody>
      </p:sp>
      <p:sp>
        <p:nvSpPr>
          <p:cNvPr id="3" name="Body Text Box"/>
          <p:cNvSpPr txBox="1"/>
          <p:nvPr/>
        </p:nvSpPr>
        <p:spPr>
          <a:xfrm>
            <a:off x="1005840" y="1874520"/>
            <a:ext cx="4709160" cy="9601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dirty="0"/>
              <a:t>A freeform text box emitted directly on the slide.</a:t>
            </a:r>
          </a:p>
        </p:txBody>
      </p:sp>
      <p:sp>
        <p:nvSpPr>
          <p:cNvPr id="4" name="Accent Rectangle"/>
          <p:cNvSpPr/>
          <p:nvPr/>
        </p:nvSpPr>
        <p:spPr>
          <a:xfrm>
            <a:off x="6492240" y="1920240"/>
            <a:ext cx="3108960" cy="1097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name="Paro">
  <a:themeElements>
    <a:clrScheme name="Paro">
      <a:dk1>
        <a:sysClr val="windowText" lastClr="000000"/>
      </a:dk1>
      <a:lt1>
        <a:sysClr val="window" lastClr="FFFFFF"/>
      </a:lt1>
      <a:dk2>
        <a:srgbClr val="1F2937"/>
      </a:dk2>
      <a:lt2>
        <a:srgbClr val="F8FAFC"/>
      </a:lt2>
      <a:accent1>
        <a:srgbClr val="2563EB"/>
      </a:accent1>
      <a:accent2>
        <a:srgbClr val="16A34A"/>
      </a:accent2>
      <a:accent3>
        <a:srgbClr val="DC2626"/>
      </a:accent3>
      <a:accent4>
        <a:srgbClr val="9333EA"/>
      </a:accent4>
      <a:accent5>
        <a:srgbClr val="EA580C"/>
      </a:accent5>
      <a:accent6>
        <a:srgbClr val="0891B2"/>
      </a:accent6>
      <a:hlink>
        <a:srgbClr val="0000FF"/>
      </a:hlink>
      <a:folHlink>
        <a:srgbClr val="800080"/>
      </a:folHlink>
    </a:clrScheme>
    <a:fontScheme name="Paro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Paro">
      <a:fillStyleLst>
        <a:solidFill>
          <a:schemeClr val="phClr"/>
        </a:solidFill>
        <a:solidFill>
          <a:schemeClr val="accent1"/>
        </a:solidFill>
        <a:solidFill>
          <a:schemeClr val="accent2"/>
        </a:solidFill>
      </a:fillStyleLst>
      <a:lnStyleLst>
        <a:ln w="9525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dk1"/>
        </a:solidFill>
        <a:solidFill>
          <a:schemeClr val="phClr"/>
        </a:solidFill>
      </a:bgFillStyleLst>
    </a:fmtScheme>
  </a:themeElements>
  <a:objectDefaults/>
  <a:extraClrSchemeLst/>
</a:theme>
</file>